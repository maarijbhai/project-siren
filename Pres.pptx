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2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D04271-9411-6653-6C31-95B2F9DC81B1}" v="381" dt="2026-03-13T13:04:06.597"/>
    <p1510:client id="{7CFCB05A-4F60-4CBB-A31E-4E7D3AF92524}" v="1728" dt="2026-03-13T14:30:58.462"/>
    <p1510:client id="{7E72B338-6971-9085-8EE8-6A1EA928FC6E}" v="715" dt="2026-03-13T14:39:37.4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arij Alam" userId="18705af8-7daf-4b87-9037-2c477364ae22" providerId="ADAL" clId="{225D008D-10A9-42EE-A9EE-C1C9F5B60EC4}"/>
    <pc:docChg chg="undo redo custSel addSld delSld modSld sldOrd">
      <pc:chgData name="Maarij Alam" userId="18705af8-7daf-4b87-9037-2c477364ae22" providerId="ADAL" clId="{225D008D-10A9-42EE-A9EE-C1C9F5B60EC4}" dt="2026-03-13T14:30:58.460" v="1783" actId="20577"/>
      <pc:docMkLst>
        <pc:docMk/>
      </pc:docMkLst>
      <pc:sldChg chg="addSp delSp modSp new mod">
        <pc:chgData name="Maarij Alam" userId="18705af8-7daf-4b87-9037-2c477364ae22" providerId="ADAL" clId="{225D008D-10A9-42EE-A9EE-C1C9F5B60EC4}" dt="2026-03-13T13:16:55.145" v="756" actId="931"/>
        <pc:sldMkLst>
          <pc:docMk/>
          <pc:sldMk cId="1074649779" sldId="256"/>
        </pc:sldMkLst>
        <pc:spChg chg="mod">
          <ac:chgData name="Maarij Alam" userId="18705af8-7daf-4b87-9037-2c477364ae22" providerId="ADAL" clId="{225D008D-10A9-42EE-A9EE-C1C9F5B60EC4}" dt="2026-03-13T12:22:19.763" v="59"/>
          <ac:spMkLst>
            <pc:docMk/>
            <pc:sldMk cId="1074649779" sldId="256"/>
            <ac:spMk id="2" creationId="{B520EDB9-8E95-8C59-007E-1D0CFE4C2CC4}"/>
          </ac:spMkLst>
        </pc:spChg>
        <pc:spChg chg="mod">
          <ac:chgData name="Maarij Alam" userId="18705af8-7daf-4b87-9037-2c477364ae22" providerId="ADAL" clId="{225D008D-10A9-42EE-A9EE-C1C9F5B60EC4}" dt="2026-03-13T13:10:29.524" v="590" actId="20577"/>
          <ac:spMkLst>
            <pc:docMk/>
            <pc:sldMk cId="1074649779" sldId="256"/>
            <ac:spMk id="3" creationId="{3459AC4A-D655-5A1E-4F36-63607D375B91}"/>
          </ac:spMkLst>
        </pc:spChg>
        <pc:picChg chg="add mod">
          <ac:chgData name="Maarij Alam" userId="18705af8-7daf-4b87-9037-2c477364ae22" providerId="ADAL" clId="{225D008D-10A9-42EE-A9EE-C1C9F5B60EC4}" dt="2026-03-13T13:14:56.146" v="738" actId="1076"/>
          <ac:picMkLst>
            <pc:docMk/>
            <pc:sldMk cId="1074649779" sldId="256"/>
            <ac:picMk id="5" creationId="{DC33E207-4A9D-4070-3130-6783B4CC3E16}"/>
          </ac:picMkLst>
        </pc:picChg>
        <pc:picChg chg="add del mod ord">
          <ac:chgData name="Maarij Alam" userId="18705af8-7daf-4b87-9037-2c477364ae22" providerId="ADAL" clId="{225D008D-10A9-42EE-A9EE-C1C9F5B60EC4}" dt="2026-03-13T13:16:55.145" v="756" actId="931"/>
          <ac:picMkLst>
            <pc:docMk/>
            <pc:sldMk cId="1074649779" sldId="256"/>
            <ac:picMk id="7" creationId="{1C02566C-DB5E-99B0-7A75-2ADFC85324D0}"/>
          </ac:picMkLst>
        </pc:picChg>
      </pc:sldChg>
      <pc:sldChg chg="addSp delSp modSp new mod modAnim">
        <pc:chgData name="Maarij Alam" userId="18705af8-7daf-4b87-9037-2c477364ae22" providerId="ADAL" clId="{225D008D-10A9-42EE-A9EE-C1C9F5B60EC4}" dt="2026-03-13T14:12:39.608" v="1672" actId="1076"/>
        <pc:sldMkLst>
          <pc:docMk/>
          <pc:sldMk cId="40247796" sldId="257"/>
        </pc:sldMkLst>
        <pc:spChg chg="mod">
          <ac:chgData name="Maarij Alam" userId="18705af8-7daf-4b87-9037-2c477364ae22" providerId="ADAL" clId="{225D008D-10A9-42EE-A9EE-C1C9F5B60EC4}" dt="2026-03-13T13:40:29.383" v="981" actId="20577"/>
          <ac:spMkLst>
            <pc:docMk/>
            <pc:sldMk cId="40247796" sldId="257"/>
            <ac:spMk id="2" creationId="{9EDFCBE7-8FC4-6000-C99D-E9EF7662A1BF}"/>
          </ac:spMkLst>
        </pc:spChg>
        <pc:spChg chg="add del mod">
          <ac:chgData name="Maarij Alam" userId="18705af8-7daf-4b87-9037-2c477364ae22" providerId="ADAL" clId="{225D008D-10A9-42EE-A9EE-C1C9F5B60EC4}" dt="2026-03-13T14:12:35.835" v="1671" actId="20577"/>
          <ac:spMkLst>
            <pc:docMk/>
            <pc:sldMk cId="40247796" sldId="257"/>
            <ac:spMk id="3" creationId="{E72B3A72-864F-D778-28D1-851FB3CABA9D}"/>
          </ac:spMkLst>
        </pc:spChg>
        <pc:picChg chg="add del mod">
          <ac:chgData name="Maarij Alam" userId="18705af8-7daf-4b87-9037-2c477364ae22" providerId="ADAL" clId="{225D008D-10A9-42EE-A9EE-C1C9F5B60EC4}" dt="2026-03-13T13:40:04.222" v="968" actId="478"/>
          <ac:picMkLst>
            <pc:docMk/>
            <pc:sldMk cId="40247796" sldId="257"/>
            <ac:picMk id="5" creationId="{00F2D752-29A4-B043-8F9A-E4117E924DEA}"/>
          </ac:picMkLst>
        </pc:picChg>
        <pc:picChg chg="add del mod ord">
          <ac:chgData name="Maarij Alam" userId="18705af8-7daf-4b87-9037-2c477364ae22" providerId="ADAL" clId="{225D008D-10A9-42EE-A9EE-C1C9F5B60EC4}" dt="2026-03-13T12:19:29.571" v="36" actId="22"/>
          <ac:picMkLst>
            <pc:docMk/>
            <pc:sldMk cId="40247796" sldId="257"/>
            <ac:picMk id="5" creationId="{0B6D0316-6EDC-E767-1BAC-AB1DA8516FEE}"/>
          </ac:picMkLst>
        </pc:picChg>
        <pc:picChg chg="add mod">
          <ac:chgData name="Maarij Alam" userId="18705af8-7daf-4b87-9037-2c477364ae22" providerId="ADAL" clId="{225D008D-10A9-42EE-A9EE-C1C9F5B60EC4}" dt="2026-03-13T14:12:39.608" v="1672" actId="1076"/>
          <ac:picMkLst>
            <pc:docMk/>
            <pc:sldMk cId="40247796" sldId="257"/>
            <ac:picMk id="6" creationId="{9D505CF3-16BB-3ADB-D3E6-5A9A44C075D1}"/>
          </ac:picMkLst>
        </pc:picChg>
      </pc:sldChg>
      <pc:sldChg chg="addSp modSp new mod">
        <pc:chgData name="Maarij Alam" userId="18705af8-7daf-4b87-9037-2c477364ae22" providerId="ADAL" clId="{225D008D-10A9-42EE-A9EE-C1C9F5B60EC4}" dt="2026-03-13T14:30:58.460" v="1783" actId="20577"/>
        <pc:sldMkLst>
          <pc:docMk/>
          <pc:sldMk cId="3571756076" sldId="258"/>
        </pc:sldMkLst>
        <pc:spChg chg="mod">
          <ac:chgData name="Maarij Alam" userId="18705af8-7daf-4b87-9037-2c477364ae22" providerId="ADAL" clId="{225D008D-10A9-42EE-A9EE-C1C9F5B60EC4}" dt="2026-03-13T14:30:58.460" v="1783" actId="20577"/>
          <ac:spMkLst>
            <pc:docMk/>
            <pc:sldMk cId="3571756076" sldId="258"/>
            <ac:spMk id="3" creationId="{85024C89-B54E-E72F-DB68-1C6BAF75140E}"/>
          </ac:spMkLst>
        </pc:spChg>
        <pc:spChg chg="add">
          <ac:chgData name="Maarij Alam" userId="18705af8-7daf-4b87-9037-2c477364ae22" providerId="ADAL" clId="{225D008D-10A9-42EE-A9EE-C1C9F5B60EC4}" dt="2026-03-13T14:25:59.812" v="1680"/>
          <ac:spMkLst>
            <pc:docMk/>
            <pc:sldMk cId="3571756076" sldId="258"/>
            <ac:spMk id="4" creationId="{ED6B77E8-3017-02C4-2C49-545B0471BF09}"/>
          </ac:spMkLst>
        </pc:spChg>
        <pc:spChg chg="add">
          <ac:chgData name="Maarij Alam" userId="18705af8-7daf-4b87-9037-2c477364ae22" providerId="ADAL" clId="{225D008D-10A9-42EE-A9EE-C1C9F5B60EC4}" dt="2026-03-13T14:26:05.542" v="1683"/>
          <ac:spMkLst>
            <pc:docMk/>
            <pc:sldMk cId="3571756076" sldId="258"/>
            <ac:spMk id="5" creationId="{F277CB21-6921-1DB5-50E9-8F8E19532E6F}"/>
          </ac:spMkLst>
        </pc:spChg>
        <pc:spChg chg="add mod">
          <ac:chgData name="Maarij Alam" userId="18705af8-7daf-4b87-9037-2c477364ae22" providerId="ADAL" clId="{225D008D-10A9-42EE-A9EE-C1C9F5B60EC4}" dt="2026-03-13T14:26:54.534" v="1685" actId="20577"/>
          <ac:spMkLst>
            <pc:docMk/>
            <pc:sldMk cId="3571756076" sldId="258"/>
            <ac:spMk id="6" creationId="{8B33095C-2ADB-8474-EF2B-8389A0FAE1AE}"/>
          </ac:spMkLst>
        </pc:spChg>
        <pc:spChg chg="add">
          <ac:chgData name="Maarij Alam" userId="18705af8-7daf-4b87-9037-2c477364ae22" providerId="ADAL" clId="{225D008D-10A9-42EE-A9EE-C1C9F5B60EC4}" dt="2026-03-13T14:26:58.449" v="1686"/>
          <ac:spMkLst>
            <pc:docMk/>
            <pc:sldMk cId="3571756076" sldId="258"/>
            <ac:spMk id="7" creationId="{5AC6D0AA-9FD0-58F8-E7AD-14F4534CC958}"/>
          </ac:spMkLst>
        </pc:spChg>
        <pc:spChg chg="add mod">
          <ac:chgData name="Maarij Alam" userId="18705af8-7daf-4b87-9037-2c477364ae22" providerId="ADAL" clId="{225D008D-10A9-42EE-A9EE-C1C9F5B60EC4}" dt="2026-03-13T14:27:28.478" v="1695" actId="21"/>
          <ac:spMkLst>
            <pc:docMk/>
            <pc:sldMk cId="3571756076" sldId="258"/>
            <ac:spMk id="8" creationId="{E64C29C4-E9B3-2663-AE91-9D61CDD904F0}"/>
          </ac:spMkLst>
        </pc:spChg>
      </pc:sldChg>
      <pc:sldChg chg="modSp mod modAnim">
        <pc:chgData name="Maarij Alam" userId="18705af8-7daf-4b87-9037-2c477364ae22" providerId="ADAL" clId="{225D008D-10A9-42EE-A9EE-C1C9F5B60EC4}" dt="2026-03-13T14:13:01.300" v="1677" actId="20577"/>
        <pc:sldMkLst>
          <pc:docMk/>
          <pc:sldMk cId="429387695" sldId="259"/>
        </pc:sldMkLst>
        <pc:spChg chg="mod">
          <ac:chgData name="Maarij Alam" userId="18705af8-7daf-4b87-9037-2c477364ae22" providerId="ADAL" clId="{225D008D-10A9-42EE-A9EE-C1C9F5B60EC4}" dt="2026-03-13T13:03:06.541" v="505" actId="20577"/>
          <ac:spMkLst>
            <pc:docMk/>
            <pc:sldMk cId="429387695" sldId="259"/>
            <ac:spMk id="2" creationId="{DF82586B-9B4B-2E5A-89AA-60927B2311F5}"/>
          </ac:spMkLst>
        </pc:spChg>
        <pc:spChg chg="mod">
          <ac:chgData name="Maarij Alam" userId="18705af8-7daf-4b87-9037-2c477364ae22" providerId="ADAL" clId="{225D008D-10A9-42EE-A9EE-C1C9F5B60EC4}" dt="2026-03-13T14:13:01.300" v="1677" actId="20577"/>
          <ac:spMkLst>
            <pc:docMk/>
            <pc:sldMk cId="429387695" sldId="259"/>
            <ac:spMk id="3" creationId="{402E0117-D8AB-6DD2-1067-04C88DD33CA9}"/>
          </ac:spMkLst>
        </pc:spChg>
      </pc:sldChg>
      <pc:sldChg chg="new del ord">
        <pc:chgData name="Maarij Alam" userId="18705af8-7daf-4b87-9037-2c477364ae22" providerId="ADAL" clId="{225D008D-10A9-42EE-A9EE-C1C9F5B60EC4}" dt="2026-03-13T13:20:40.902" v="766" actId="2696"/>
        <pc:sldMkLst>
          <pc:docMk/>
          <pc:sldMk cId="2069728652" sldId="260"/>
        </pc:sldMkLst>
      </pc:sldChg>
      <pc:sldChg chg="addSp delSp modSp new del mod">
        <pc:chgData name="Maarij Alam" userId="18705af8-7daf-4b87-9037-2c477364ae22" providerId="ADAL" clId="{225D008D-10A9-42EE-A9EE-C1C9F5B60EC4}" dt="2026-03-13T13:26:54.509" v="908" actId="2696"/>
        <pc:sldMkLst>
          <pc:docMk/>
          <pc:sldMk cId="1171272873" sldId="261"/>
        </pc:sldMkLst>
        <pc:spChg chg="add mod">
          <ac:chgData name="Maarij Alam" userId="18705af8-7daf-4b87-9037-2c477364ae22" providerId="ADAL" clId="{225D008D-10A9-42EE-A9EE-C1C9F5B60EC4}" dt="2026-03-13T13:20:53.647" v="768" actId="1076"/>
          <ac:spMkLst>
            <pc:docMk/>
            <pc:sldMk cId="1171272873" sldId="261"/>
            <ac:spMk id="2" creationId="{C363CCD9-521A-FA03-7A71-3CFB8784340E}"/>
          </ac:spMkLst>
        </pc:spChg>
        <pc:spChg chg="mod">
          <ac:chgData name="Maarij Alam" userId="18705af8-7daf-4b87-9037-2c477364ae22" providerId="ADAL" clId="{225D008D-10A9-42EE-A9EE-C1C9F5B60EC4}" dt="2026-03-13T13:23:01.479" v="815" actId="1076"/>
          <ac:spMkLst>
            <pc:docMk/>
            <pc:sldMk cId="1171272873" sldId="261"/>
            <ac:spMk id="3" creationId="{3F5475CA-A358-D450-D941-F6D71006D2CF}"/>
          </ac:spMkLst>
        </pc:spChg>
        <pc:spChg chg="add mod">
          <ac:chgData name="Maarij Alam" userId="18705af8-7daf-4b87-9037-2c477364ae22" providerId="ADAL" clId="{225D008D-10A9-42EE-A9EE-C1C9F5B60EC4}" dt="2026-03-13T13:21:05.759" v="769" actId="767"/>
          <ac:spMkLst>
            <pc:docMk/>
            <pc:sldMk cId="1171272873" sldId="261"/>
            <ac:spMk id="3" creationId="{AF707059-E768-6CBF-D76F-AAA26AF1C57D}"/>
          </ac:spMkLst>
        </pc:spChg>
        <pc:spChg chg="mod">
          <ac:chgData name="Maarij Alam" userId="18705af8-7daf-4b87-9037-2c477364ae22" providerId="ADAL" clId="{225D008D-10A9-42EE-A9EE-C1C9F5B60EC4}" dt="2026-03-13T13:22:22.479" v="796" actId="20577"/>
          <ac:spMkLst>
            <pc:docMk/>
            <pc:sldMk cId="1171272873" sldId="261"/>
            <ac:spMk id="4" creationId="{AF707059-E768-6CBF-D76F-AAA26AF1C57D}"/>
          </ac:spMkLst>
        </pc:spChg>
        <pc:spChg chg="mod">
          <ac:chgData name="Maarij Alam" userId="18705af8-7daf-4b87-9037-2c477364ae22" providerId="ADAL" clId="{225D008D-10A9-42EE-A9EE-C1C9F5B60EC4}" dt="2026-03-13T13:22:52.388" v="812" actId="1076"/>
          <ac:spMkLst>
            <pc:docMk/>
            <pc:sldMk cId="1171272873" sldId="261"/>
            <ac:spMk id="5" creationId="{67F0E523-6F10-B65D-30FE-78BE392D4F69}"/>
          </ac:spMkLst>
        </pc:spChg>
        <pc:spChg chg="add mod">
          <ac:chgData name="Maarij Alam" userId="18705af8-7daf-4b87-9037-2c477364ae22" providerId="ADAL" clId="{225D008D-10A9-42EE-A9EE-C1C9F5B60EC4}" dt="2026-03-13T13:22:46.848" v="798" actId="767"/>
          <ac:spMkLst>
            <pc:docMk/>
            <pc:sldMk cId="1171272873" sldId="261"/>
            <ac:spMk id="5" creationId="{DCEE7451-376B-A8AB-F2B3-876A3B725E66}"/>
          </ac:spMkLst>
        </pc:spChg>
        <pc:spChg chg="mod">
          <ac:chgData name="Maarij Alam" userId="18705af8-7daf-4b87-9037-2c477364ae22" providerId="ADAL" clId="{225D008D-10A9-42EE-A9EE-C1C9F5B60EC4}" dt="2026-03-13T13:23:27.014" v="824" actId="20577"/>
          <ac:spMkLst>
            <pc:docMk/>
            <pc:sldMk cId="1171272873" sldId="261"/>
            <ac:spMk id="6" creationId="{DCEE7451-376B-A8AB-F2B3-876A3B725E66}"/>
          </ac:spMkLst>
        </pc:spChg>
        <pc:spChg chg="del mod">
          <ac:chgData name="Maarij Alam" userId="18705af8-7daf-4b87-9037-2c477364ae22" providerId="ADAL" clId="{225D008D-10A9-42EE-A9EE-C1C9F5B60EC4}" dt="2026-03-13T13:25:11.538" v="871" actId="478"/>
          <ac:spMkLst>
            <pc:docMk/>
            <pc:sldMk cId="1171272873" sldId="261"/>
            <ac:spMk id="8" creationId="{50A691C3-A5F9-E424-F329-92CD9ACC0B77}"/>
          </ac:spMkLst>
        </pc:spChg>
        <pc:spChg chg="mod">
          <ac:chgData name="Maarij Alam" userId="18705af8-7daf-4b87-9037-2c477364ae22" providerId="ADAL" clId="{225D008D-10A9-42EE-A9EE-C1C9F5B60EC4}" dt="2026-03-13T13:25:03.654" v="869" actId="14100"/>
          <ac:spMkLst>
            <pc:docMk/>
            <pc:sldMk cId="1171272873" sldId="261"/>
            <ac:spMk id="9" creationId="{51C28F18-6C8F-2AE0-F339-6E9722E878B1}"/>
          </ac:spMkLst>
        </pc:spChg>
        <pc:spChg chg="add mod">
          <ac:chgData name="Maarij Alam" userId="18705af8-7daf-4b87-9037-2c477364ae22" providerId="ADAL" clId="{225D008D-10A9-42EE-A9EE-C1C9F5B60EC4}" dt="2026-03-13T13:23:49.150" v="831" actId="20577"/>
          <ac:spMkLst>
            <pc:docMk/>
            <pc:sldMk cId="1171272873" sldId="261"/>
            <ac:spMk id="11" creationId="{F566DDC4-EB91-5268-F2CF-1693EAE0E439}"/>
          </ac:spMkLst>
        </pc:spChg>
        <pc:spChg chg="add mod">
          <ac:chgData name="Maarij Alam" userId="18705af8-7daf-4b87-9037-2c477364ae22" providerId="ADAL" clId="{225D008D-10A9-42EE-A9EE-C1C9F5B60EC4}" dt="2026-03-13T13:24:29.478" v="851" actId="20577"/>
          <ac:spMkLst>
            <pc:docMk/>
            <pc:sldMk cId="1171272873" sldId="261"/>
            <ac:spMk id="16" creationId="{24FEFA50-4BEF-8D2F-8EFC-EB6854C21119}"/>
          </ac:spMkLst>
        </pc:spChg>
        <pc:spChg chg="add mod">
          <ac:chgData name="Maarij Alam" userId="18705af8-7daf-4b87-9037-2c477364ae22" providerId="ADAL" clId="{225D008D-10A9-42EE-A9EE-C1C9F5B60EC4}" dt="2026-03-13T13:25:04.999" v="870" actId="20577"/>
          <ac:spMkLst>
            <pc:docMk/>
            <pc:sldMk cId="1171272873" sldId="261"/>
            <ac:spMk id="17" creationId="{7642550C-CE98-BE92-7640-D9758D5CF44C}"/>
          </ac:spMkLst>
        </pc:spChg>
        <pc:spChg chg="add mod">
          <ac:chgData name="Maarij Alam" userId="18705af8-7daf-4b87-9037-2c477364ae22" providerId="ADAL" clId="{225D008D-10A9-42EE-A9EE-C1C9F5B60EC4}" dt="2026-03-13T13:26:06.951" v="906" actId="14100"/>
          <ac:spMkLst>
            <pc:docMk/>
            <pc:sldMk cId="1171272873" sldId="261"/>
            <ac:spMk id="21" creationId="{4A8B8BE3-BE2D-083F-3CA1-59778BA1FF46}"/>
          </ac:spMkLst>
        </pc:spChg>
        <pc:cxnChg chg="add mod">
          <ac:chgData name="Maarij Alam" userId="18705af8-7daf-4b87-9037-2c477364ae22" providerId="ADAL" clId="{225D008D-10A9-42EE-A9EE-C1C9F5B60EC4}" dt="2026-03-13T13:23:36.152" v="825" actId="1076"/>
          <ac:cxnSpMkLst>
            <pc:docMk/>
            <pc:sldMk cId="1171272873" sldId="261"/>
            <ac:cxnSpMk id="10" creationId="{04794B3D-FF17-E61A-376E-CA62209750C0}"/>
          </ac:cxnSpMkLst>
        </pc:cxnChg>
        <pc:cxnChg chg="add">
          <ac:chgData name="Maarij Alam" userId="18705af8-7daf-4b87-9037-2c477364ae22" providerId="ADAL" clId="{225D008D-10A9-42EE-A9EE-C1C9F5B60EC4}" dt="2026-03-13T13:23:58.425" v="832" actId="11529"/>
          <ac:cxnSpMkLst>
            <pc:docMk/>
            <pc:sldMk cId="1171272873" sldId="261"/>
            <ac:cxnSpMk id="13" creationId="{4B0A020D-93B5-24CE-D356-CE1BE996FD7D}"/>
          </ac:cxnSpMkLst>
        </pc:cxnChg>
        <pc:cxnChg chg="add">
          <ac:chgData name="Maarij Alam" userId="18705af8-7daf-4b87-9037-2c477364ae22" providerId="ADAL" clId="{225D008D-10A9-42EE-A9EE-C1C9F5B60EC4}" dt="2026-03-13T13:24:19.239" v="833" actId="11529"/>
          <ac:cxnSpMkLst>
            <pc:docMk/>
            <pc:sldMk cId="1171272873" sldId="261"/>
            <ac:cxnSpMk id="15" creationId="{C68A254F-8AA3-3949-F13C-CFC72054BCD5}"/>
          </ac:cxnSpMkLst>
        </pc:cxnChg>
        <pc:cxnChg chg="add mod">
          <ac:chgData name="Maarij Alam" userId="18705af8-7daf-4b87-9037-2c477364ae22" providerId="ADAL" clId="{225D008D-10A9-42EE-A9EE-C1C9F5B60EC4}" dt="2026-03-13T13:26:11.046" v="907" actId="1076"/>
          <ac:cxnSpMkLst>
            <pc:docMk/>
            <pc:sldMk cId="1171272873" sldId="261"/>
            <ac:cxnSpMk id="19" creationId="{D18AE709-AD42-3CAC-C4B1-32C325DBED12}"/>
          </ac:cxnSpMkLst>
        </pc:cxnChg>
      </pc:sldChg>
      <pc:sldChg chg="addSp delSp modSp mod">
        <pc:chgData name="Maarij Alam" userId="18705af8-7daf-4b87-9037-2c477364ae22" providerId="ADAL" clId="{225D008D-10A9-42EE-A9EE-C1C9F5B60EC4}" dt="2026-03-13T13:59:38.445" v="1209" actId="1076"/>
        <pc:sldMkLst>
          <pc:docMk/>
          <pc:sldMk cId="3874180220" sldId="262"/>
        </pc:sldMkLst>
        <pc:spChg chg="mod">
          <ac:chgData name="Maarij Alam" userId="18705af8-7daf-4b87-9037-2c477364ae22" providerId="ADAL" clId="{225D008D-10A9-42EE-A9EE-C1C9F5B60EC4}" dt="2026-03-13T13:59:26.822" v="1207" actId="1076"/>
          <ac:spMkLst>
            <pc:docMk/>
            <pc:sldMk cId="3874180220" sldId="262"/>
            <ac:spMk id="2" creationId="{77076458-89D8-53D1-02E0-4AC8AA322EEA}"/>
          </ac:spMkLst>
        </pc:spChg>
        <pc:spChg chg="mod">
          <ac:chgData name="Maarij Alam" userId="18705af8-7daf-4b87-9037-2c477364ae22" providerId="ADAL" clId="{225D008D-10A9-42EE-A9EE-C1C9F5B60EC4}" dt="2026-03-13T13:59:38.445" v="1209" actId="1076"/>
          <ac:spMkLst>
            <pc:docMk/>
            <pc:sldMk cId="3874180220" sldId="262"/>
            <ac:spMk id="4" creationId="{BA3EE3EC-9851-CCF9-9DA6-733F1816EEA4}"/>
          </ac:spMkLst>
        </pc:spChg>
        <pc:spChg chg="mod">
          <ac:chgData name="Maarij Alam" userId="18705af8-7daf-4b87-9037-2c477364ae22" providerId="ADAL" clId="{225D008D-10A9-42EE-A9EE-C1C9F5B60EC4}" dt="2026-03-13T13:57:20.688" v="1138" actId="14100"/>
          <ac:spMkLst>
            <pc:docMk/>
            <pc:sldMk cId="3874180220" sldId="262"/>
            <ac:spMk id="6" creationId="{D6E02E31-CBC5-4878-7613-9AE8B28D7223}"/>
          </ac:spMkLst>
        </pc:spChg>
        <pc:spChg chg="mod">
          <ac:chgData name="Maarij Alam" userId="18705af8-7daf-4b87-9037-2c477364ae22" providerId="ADAL" clId="{225D008D-10A9-42EE-A9EE-C1C9F5B60EC4}" dt="2026-03-13T13:57:31.879" v="1149" actId="14100"/>
          <ac:spMkLst>
            <pc:docMk/>
            <pc:sldMk cId="3874180220" sldId="262"/>
            <ac:spMk id="11" creationId="{9F7421A7-E215-32F2-D312-AC896C46A843}"/>
          </ac:spMkLst>
        </pc:spChg>
        <pc:spChg chg="mod">
          <ac:chgData name="Maarij Alam" userId="18705af8-7daf-4b87-9037-2c477364ae22" providerId="ADAL" clId="{225D008D-10A9-42EE-A9EE-C1C9F5B60EC4}" dt="2026-03-13T13:59:12.129" v="1192" actId="14100"/>
          <ac:spMkLst>
            <pc:docMk/>
            <pc:sldMk cId="3874180220" sldId="262"/>
            <ac:spMk id="16" creationId="{976402F7-26DE-7C20-23DB-681598A07654}"/>
          </ac:spMkLst>
        </pc:spChg>
        <pc:spChg chg="add mod">
          <ac:chgData name="Maarij Alam" userId="18705af8-7daf-4b87-9037-2c477364ae22" providerId="ADAL" clId="{225D008D-10A9-42EE-A9EE-C1C9F5B60EC4}" dt="2026-03-13T13:59:20.251" v="1206" actId="20577"/>
          <ac:spMkLst>
            <pc:docMk/>
            <pc:sldMk cId="3874180220" sldId="262"/>
            <ac:spMk id="19" creationId="{703E18FC-3545-4EF6-EB28-3CC6A9508CB9}"/>
          </ac:spMkLst>
        </pc:spChg>
        <pc:spChg chg="mod">
          <ac:chgData name="Maarij Alam" userId="18705af8-7daf-4b87-9037-2c477364ae22" providerId="ADAL" clId="{225D008D-10A9-42EE-A9EE-C1C9F5B60EC4}" dt="2026-03-13T13:57:49.236" v="1175" actId="20577"/>
          <ac:spMkLst>
            <pc:docMk/>
            <pc:sldMk cId="3874180220" sldId="262"/>
            <ac:spMk id="22" creationId="{42F95887-6D33-7AD2-863F-C1253971CB84}"/>
          </ac:spMkLst>
        </pc:spChg>
        <pc:cxnChg chg="mod">
          <ac:chgData name="Maarij Alam" userId="18705af8-7daf-4b87-9037-2c477364ae22" providerId="ADAL" clId="{225D008D-10A9-42EE-A9EE-C1C9F5B60EC4}" dt="2026-03-13T13:59:31.780" v="1208" actId="14100"/>
          <ac:cxnSpMkLst>
            <pc:docMk/>
            <pc:sldMk cId="3874180220" sldId="262"/>
            <ac:cxnSpMk id="10" creationId="{3B68070E-642E-575C-C9FF-638072866977}"/>
          </ac:cxnSpMkLst>
        </pc:cxnChg>
        <pc:cxnChg chg="del mod">
          <ac:chgData name="Maarij Alam" userId="18705af8-7daf-4b87-9037-2c477364ae22" providerId="ADAL" clId="{225D008D-10A9-42EE-A9EE-C1C9F5B60EC4}" dt="2026-03-13T13:58:27.687" v="1176" actId="478"/>
          <ac:cxnSpMkLst>
            <pc:docMk/>
            <pc:sldMk cId="3874180220" sldId="262"/>
            <ac:cxnSpMk id="13" creationId="{A4D938A9-1118-13D8-AA25-BA236FFEB026}"/>
          </ac:cxnSpMkLst>
        </pc:cxnChg>
        <pc:cxnChg chg="add mod">
          <ac:chgData name="Maarij Alam" userId="18705af8-7daf-4b87-9037-2c477364ae22" providerId="ADAL" clId="{225D008D-10A9-42EE-A9EE-C1C9F5B60EC4}" dt="2026-03-13T13:58:42.606" v="1178" actId="14100"/>
          <ac:cxnSpMkLst>
            <pc:docMk/>
            <pc:sldMk cId="3874180220" sldId="262"/>
            <ac:cxnSpMk id="24" creationId="{2438BA81-0A88-8793-5E4D-4C32D581834B}"/>
          </ac:cxnSpMkLst>
        </pc:cxnChg>
      </pc:sldChg>
    </pc:docChg>
  </pc:docChgLst>
  <pc:docChgLst>
    <pc:chgData name="Boitseko Senamela" userId="S::snmboi002@myuct.ac.za::d3f5603f-5ec1-41bd-aec1-722dc1b3efdc" providerId="AD" clId="Web-{5AD04271-9411-6653-6C31-95B2F9DC81B1}"/>
    <pc:docChg chg="addSld modSld">
      <pc:chgData name="Boitseko Senamela" userId="S::snmboi002@myuct.ac.za::d3f5603f-5ec1-41bd-aec1-722dc1b3efdc" providerId="AD" clId="Web-{5AD04271-9411-6653-6C31-95B2F9DC81B1}" dt="2026-03-13T13:04:06.597" v="379" actId="20577"/>
      <pc:docMkLst>
        <pc:docMk/>
      </pc:docMkLst>
      <pc:sldChg chg="modSp">
        <pc:chgData name="Boitseko Senamela" userId="S::snmboi002@myuct.ac.za::d3f5603f-5ec1-41bd-aec1-722dc1b3efdc" providerId="AD" clId="Web-{5AD04271-9411-6653-6C31-95B2F9DC81B1}" dt="2026-03-13T13:03:20.612" v="364" actId="20577"/>
        <pc:sldMkLst>
          <pc:docMk/>
          <pc:sldMk cId="1074649779" sldId="256"/>
        </pc:sldMkLst>
        <pc:spChg chg="mod">
          <ac:chgData name="Boitseko Senamela" userId="S::snmboi002@myuct.ac.za::d3f5603f-5ec1-41bd-aec1-722dc1b3efdc" providerId="AD" clId="Web-{5AD04271-9411-6653-6C31-95B2F9DC81B1}" dt="2026-03-13T13:03:20.612" v="364" actId="20577"/>
          <ac:spMkLst>
            <pc:docMk/>
            <pc:sldMk cId="1074649779" sldId="256"/>
            <ac:spMk id="3" creationId="{3459AC4A-D655-5A1E-4F36-63607D375B91}"/>
          </ac:spMkLst>
        </pc:spChg>
      </pc:sldChg>
      <pc:sldChg chg="modSp">
        <pc:chgData name="Boitseko Senamela" userId="S::snmboi002@myuct.ac.za::d3f5603f-5ec1-41bd-aec1-722dc1b3efdc" providerId="AD" clId="Web-{5AD04271-9411-6653-6C31-95B2F9DC81B1}" dt="2026-03-13T13:04:06.597" v="379" actId="20577"/>
        <pc:sldMkLst>
          <pc:docMk/>
          <pc:sldMk cId="3571756076" sldId="258"/>
        </pc:sldMkLst>
        <pc:spChg chg="mod">
          <ac:chgData name="Boitseko Senamela" userId="S::snmboi002@myuct.ac.za::d3f5603f-5ec1-41bd-aec1-722dc1b3efdc" providerId="AD" clId="Web-{5AD04271-9411-6653-6C31-95B2F9DC81B1}" dt="2026-03-13T12:22:49.164" v="5" actId="20577"/>
          <ac:spMkLst>
            <pc:docMk/>
            <pc:sldMk cId="3571756076" sldId="258"/>
            <ac:spMk id="2" creationId="{8CCD1486-E60E-42F7-8924-93A4037099F2}"/>
          </ac:spMkLst>
        </pc:spChg>
        <pc:spChg chg="mod">
          <ac:chgData name="Boitseko Senamela" userId="S::snmboi002@myuct.ac.za::d3f5603f-5ec1-41bd-aec1-722dc1b3efdc" providerId="AD" clId="Web-{5AD04271-9411-6653-6C31-95B2F9DC81B1}" dt="2026-03-13T13:04:06.597" v="379" actId="20577"/>
          <ac:spMkLst>
            <pc:docMk/>
            <pc:sldMk cId="3571756076" sldId="258"/>
            <ac:spMk id="3" creationId="{85024C89-B54E-E72F-DB68-1C6BAF75140E}"/>
          </ac:spMkLst>
        </pc:spChg>
      </pc:sldChg>
      <pc:sldChg chg="modSp new">
        <pc:chgData name="Boitseko Senamela" userId="S::snmboi002@myuct.ac.za::d3f5603f-5ec1-41bd-aec1-722dc1b3efdc" providerId="AD" clId="Web-{5AD04271-9411-6653-6C31-95B2F9DC81B1}" dt="2026-03-13T12:23:01.102" v="11" actId="20577"/>
        <pc:sldMkLst>
          <pc:docMk/>
          <pc:sldMk cId="429387695" sldId="259"/>
        </pc:sldMkLst>
        <pc:spChg chg="mod">
          <ac:chgData name="Boitseko Senamela" userId="S::snmboi002@myuct.ac.za::d3f5603f-5ec1-41bd-aec1-722dc1b3efdc" providerId="AD" clId="Web-{5AD04271-9411-6653-6C31-95B2F9DC81B1}" dt="2026-03-13T12:23:01.102" v="11" actId="20577"/>
          <ac:spMkLst>
            <pc:docMk/>
            <pc:sldMk cId="429387695" sldId="259"/>
            <ac:spMk id="2" creationId="{DF82586B-9B4B-2E5A-89AA-60927B2311F5}"/>
          </ac:spMkLst>
        </pc:spChg>
      </pc:sldChg>
    </pc:docChg>
  </pc:docChgLst>
  <pc:docChgLst>
    <pc:chgData name="Josh Smith" userId="S::smtjos022@myuct.ac.za::7b4bcd02-2728-4ee0-a878-d248c2958e7b" providerId="AD" clId="Web-{7E72B338-6971-9085-8EE8-6A1EA928FC6E}"/>
    <pc:docChg chg="addSld modSld">
      <pc:chgData name="Josh Smith" userId="S::smtjos022@myuct.ac.za::7b4bcd02-2728-4ee0-a878-d248c2958e7b" providerId="AD" clId="Web-{7E72B338-6971-9085-8EE8-6A1EA928FC6E}" dt="2026-03-13T14:39:37.470" v="704" actId="20577"/>
      <pc:docMkLst>
        <pc:docMk/>
      </pc:docMkLst>
      <pc:sldChg chg="delSp modSp">
        <pc:chgData name="Josh Smith" userId="S::smtjos022@myuct.ac.za::7b4bcd02-2728-4ee0-a878-d248c2958e7b" providerId="AD" clId="Web-{7E72B338-6971-9085-8EE8-6A1EA928FC6E}" dt="2026-03-13T14:39:37.470" v="704" actId="20577"/>
        <pc:sldMkLst>
          <pc:docMk/>
          <pc:sldMk cId="1074649779" sldId="256"/>
        </pc:sldMkLst>
        <pc:spChg chg="mod">
          <ac:chgData name="Josh Smith" userId="S::smtjos022@myuct.ac.za::7b4bcd02-2728-4ee0-a878-d248c2958e7b" providerId="AD" clId="Web-{7E72B338-6971-9085-8EE8-6A1EA928FC6E}" dt="2026-03-13T14:39:37.470" v="704" actId="20577"/>
          <ac:spMkLst>
            <pc:docMk/>
            <pc:sldMk cId="1074649779" sldId="256"/>
            <ac:spMk id="3" creationId="{3459AC4A-D655-5A1E-4F36-63607D375B91}"/>
          </ac:spMkLst>
        </pc:spChg>
        <pc:picChg chg="del">
          <ac:chgData name="Josh Smith" userId="S::smtjos022@myuct.ac.za::7b4bcd02-2728-4ee0-a878-d248c2958e7b" providerId="AD" clId="Web-{7E72B338-6971-9085-8EE8-6A1EA928FC6E}" dt="2026-03-13T13:16:02.303" v="491"/>
          <ac:picMkLst>
            <pc:docMk/>
            <pc:sldMk cId="1074649779" sldId="256"/>
            <ac:picMk id="5" creationId="{DC33E207-4A9D-4070-3130-6783B4CC3E16}"/>
          </ac:picMkLst>
        </pc:picChg>
      </pc:sldChg>
      <pc:sldChg chg="modSp">
        <pc:chgData name="Josh Smith" userId="S::smtjos022@myuct.ac.za::7b4bcd02-2728-4ee0-a878-d248c2958e7b" providerId="AD" clId="Web-{7E72B338-6971-9085-8EE8-6A1EA928FC6E}" dt="2026-03-13T13:02:16.782" v="78" actId="20577"/>
        <pc:sldMkLst>
          <pc:docMk/>
          <pc:sldMk cId="40247796" sldId="257"/>
        </pc:sldMkLst>
        <pc:spChg chg="mod">
          <ac:chgData name="Josh Smith" userId="S::smtjos022@myuct.ac.za::7b4bcd02-2728-4ee0-a878-d248c2958e7b" providerId="AD" clId="Web-{7E72B338-6971-9085-8EE8-6A1EA928FC6E}" dt="2026-03-13T13:02:16.782" v="78" actId="20577"/>
          <ac:spMkLst>
            <pc:docMk/>
            <pc:sldMk cId="40247796" sldId="257"/>
            <ac:spMk id="3" creationId="{E72B3A72-864F-D778-28D1-851FB3CABA9D}"/>
          </ac:spMkLst>
        </pc:spChg>
      </pc:sldChg>
      <pc:sldChg chg="modSp">
        <pc:chgData name="Josh Smith" userId="S::smtjos022@myuct.ac.za::7b4bcd02-2728-4ee0-a878-d248c2958e7b" providerId="AD" clId="Web-{7E72B338-6971-9085-8EE8-6A1EA928FC6E}" dt="2026-03-13T14:30:59.122" v="646" actId="20577"/>
        <pc:sldMkLst>
          <pc:docMk/>
          <pc:sldMk cId="3571756076" sldId="258"/>
        </pc:sldMkLst>
        <pc:spChg chg="mod">
          <ac:chgData name="Josh Smith" userId="S::smtjos022@myuct.ac.za::7b4bcd02-2728-4ee0-a878-d248c2958e7b" providerId="AD" clId="Web-{7E72B338-6971-9085-8EE8-6A1EA928FC6E}" dt="2026-03-13T14:30:59.122" v="646" actId="20577"/>
          <ac:spMkLst>
            <pc:docMk/>
            <pc:sldMk cId="3571756076" sldId="258"/>
            <ac:spMk id="3" creationId="{85024C89-B54E-E72F-DB68-1C6BAF75140E}"/>
          </ac:spMkLst>
        </pc:spChg>
      </pc:sldChg>
      <pc:sldChg chg="modSp">
        <pc:chgData name="Josh Smith" userId="S::smtjos022@myuct.ac.za::7b4bcd02-2728-4ee0-a878-d248c2958e7b" providerId="AD" clId="Web-{7E72B338-6971-9085-8EE8-6A1EA928FC6E}" dt="2026-03-13T13:05:29.986" v="165" actId="20577"/>
        <pc:sldMkLst>
          <pc:docMk/>
          <pc:sldMk cId="429387695" sldId="259"/>
        </pc:sldMkLst>
        <pc:spChg chg="mod">
          <ac:chgData name="Josh Smith" userId="S::smtjos022@myuct.ac.za::7b4bcd02-2728-4ee0-a878-d248c2958e7b" providerId="AD" clId="Web-{7E72B338-6971-9085-8EE8-6A1EA928FC6E}" dt="2026-03-13T13:05:29.986" v="165" actId="20577"/>
          <ac:spMkLst>
            <pc:docMk/>
            <pc:sldMk cId="429387695" sldId="259"/>
            <ac:spMk id="3" creationId="{402E0117-D8AB-6DD2-1067-04C88DD33CA9}"/>
          </ac:spMkLst>
        </pc:spChg>
      </pc:sldChg>
      <pc:sldChg chg="delSp">
        <pc:chgData name="Josh Smith" userId="S::smtjos022@myuct.ac.za::7b4bcd02-2728-4ee0-a878-d248c2958e7b" providerId="AD" clId="Web-{7E72B338-6971-9085-8EE8-6A1EA928FC6E}" dt="2026-03-13T13:20:39.305" v="492"/>
        <pc:sldMkLst>
          <pc:docMk/>
          <pc:sldMk cId="2069728652" sldId="260"/>
        </pc:sldMkLst>
        <pc:spChg chg="del">
          <ac:chgData name="Josh Smith" userId="S::smtjos022@myuct.ac.za::7b4bcd02-2728-4ee0-a878-d248c2958e7b" providerId="AD" clId="Web-{7E72B338-6971-9085-8EE8-6A1EA928FC6E}" dt="2026-03-13T13:20:39.305" v="492"/>
          <ac:spMkLst>
            <pc:docMk/>
            <pc:sldMk cId="2069728652" sldId="260"/>
            <ac:spMk id="3" creationId="{6AD82369-861A-129F-D8F9-B2404767DC13}"/>
          </ac:spMkLst>
        </pc:spChg>
      </pc:sldChg>
      <pc:sldChg chg="addSp modSp">
        <pc:chgData name="Josh Smith" userId="S::smtjos022@myuct.ac.za::7b4bcd02-2728-4ee0-a878-d248c2958e7b" providerId="AD" clId="Web-{7E72B338-6971-9085-8EE8-6A1EA928FC6E}" dt="2026-03-13T13:24:46.165" v="516" actId="1076"/>
        <pc:sldMkLst>
          <pc:docMk/>
          <pc:sldMk cId="1171272873" sldId="261"/>
        </pc:sldMkLst>
        <pc:spChg chg="mod">
          <ac:chgData name="Josh Smith" userId="S::smtjos022@myuct.ac.za::7b4bcd02-2728-4ee0-a878-d248c2958e7b" providerId="AD" clId="Web-{7E72B338-6971-9085-8EE8-6A1EA928FC6E}" dt="2026-03-13T13:22:55.274" v="499" actId="1076"/>
          <ac:spMkLst>
            <pc:docMk/>
            <pc:sldMk cId="1171272873" sldId="261"/>
            <ac:spMk id="2" creationId="{C363CCD9-521A-FA03-7A71-3CFB8784340E}"/>
          </ac:spMkLst>
        </pc:spChg>
        <pc:spChg chg="add mod">
          <ac:chgData name="Josh Smith" userId="S::smtjos022@myuct.ac.za::7b4bcd02-2728-4ee0-a878-d248c2958e7b" providerId="AD" clId="Web-{7E72B338-6971-9085-8EE8-6A1EA928FC6E}" dt="2026-03-13T13:23:03.774" v="501" actId="1076"/>
          <ac:spMkLst>
            <pc:docMk/>
            <pc:sldMk cId="1171272873" sldId="261"/>
            <ac:spMk id="3" creationId="{3F5475CA-A358-D450-D941-F6D71006D2CF}"/>
          </ac:spMkLst>
        </pc:spChg>
        <pc:spChg chg="mod">
          <ac:chgData name="Josh Smith" userId="S::smtjos022@myuct.ac.za::7b4bcd02-2728-4ee0-a878-d248c2958e7b" providerId="AD" clId="Web-{7E72B338-6971-9085-8EE8-6A1EA928FC6E}" dt="2026-03-13T13:22:58.306" v="500" actId="1076"/>
          <ac:spMkLst>
            <pc:docMk/>
            <pc:sldMk cId="1171272873" sldId="261"/>
            <ac:spMk id="4" creationId="{AF707059-E768-6CBF-D76F-AAA26AF1C57D}"/>
          </ac:spMkLst>
        </pc:spChg>
        <pc:spChg chg="add mod">
          <ac:chgData name="Josh Smith" userId="S::smtjos022@myuct.ac.za::7b4bcd02-2728-4ee0-a878-d248c2958e7b" providerId="AD" clId="Web-{7E72B338-6971-9085-8EE8-6A1EA928FC6E}" dt="2026-03-13T13:23:08.790" v="503" actId="1076"/>
          <ac:spMkLst>
            <pc:docMk/>
            <pc:sldMk cId="1171272873" sldId="261"/>
            <ac:spMk id="5" creationId="{67F0E523-6F10-B65D-30FE-78BE392D4F69}"/>
          </ac:spMkLst>
        </pc:spChg>
        <pc:spChg chg="mod">
          <ac:chgData name="Josh Smith" userId="S::smtjos022@myuct.ac.za::7b4bcd02-2728-4ee0-a878-d248c2958e7b" providerId="AD" clId="Web-{7E72B338-6971-9085-8EE8-6A1EA928FC6E}" dt="2026-03-13T13:23:03.774" v="502" actId="1076"/>
          <ac:spMkLst>
            <pc:docMk/>
            <pc:sldMk cId="1171272873" sldId="261"/>
            <ac:spMk id="6" creationId="{DCEE7451-376B-A8AB-F2B3-876A3B725E66}"/>
          </ac:spMkLst>
        </pc:spChg>
        <pc:spChg chg="add mod">
          <ac:chgData name="Josh Smith" userId="S::smtjos022@myuct.ac.za::7b4bcd02-2728-4ee0-a878-d248c2958e7b" providerId="AD" clId="Web-{7E72B338-6971-9085-8EE8-6A1EA928FC6E}" dt="2026-03-13T13:23:17.759" v="505" actId="1076"/>
          <ac:spMkLst>
            <pc:docMk/>
            <pc:sldMk cId="1171272873" sldId="261"/>
            <ac:spMk id="7" creationId="{CD8A452A-0A1C-50DB-22FD-20972B36DA94}"/>
          </ac:spMkLst>
        </pc:spChg>
        <pc:spChg chg="add mod">
          <ac:chgData name="Josh Smith" userId="S::smtjos022@myuct.ac.za::7b4bcd02-2728-4ee0-a878-d248c2958e7b" providerId="AD" clId="Web-{7E72B338-6971-9085-8EE8-6A1EA928FC6E}" dt="2026-03-13T13:23:23.759" v="507" actId="1076"/>
          <ac:spMkLst>
            <pc:docMk/>
            <pc:sldMk cId="1171272873" sldId="261"/>
            <ac:spMk id="8" creationId="{50A691C3-A5F9-E424-F329-92CD9ACC0B77}"/>
          </ac:spMkLst>
        </pc:spChg>
        <pc:spChg chg="add mod">
          <ac:chgData name="Josh Smith" userId="S::smtjos022@myuct.ac.za::7b4bcd02-2728-4ee0-a878-d248c2958e7b" providerId="AD" clId="Web-{7E72B338-6971-9085-8EE8-6A1EA928FC6E}" dt="2026-03-13T13:23:54.587" v="510"/>
          <ac:spMkLst>
            <pc:docMk/>
            <pc:sldMk cId="1171272873" sldId="261"/>
            <ac:spMk id="9" creationId="{51C28F18-6C8F-2AE0-F339-6E9722E878B1}"/>
          </ac:spMkLst>
        </pc:spChg>
        <pc:cxnChg chg="add mod">
          <ac:chgData name="Josh Smith" userId="S::smtjos022@myuct.ac.za::7b4bcd02-2728-4ee0-a878-d248c2958e7b" providerId="AD" clId="Web-{7E72B338-6971-9085-8EE8-6A1EA928FC6E}" dt="2026-03-13T13:24:18.618" v="512"/>
          <ac:cxnSpMkLst>
            <pc:docMk/>
            <pc:sldMk cId="1171272873" sldId="261"/>
            <ac:cxnSpMk id="12" creationId="{E2BD0343-113E-829C-671C-9AEABA93298C}"/>
          </ac:cxnSpMkLst>
        </pc:cxnChg>
        <pc:cxnChg chg="add mod">
          <ac:chgData name="Josh Smith" userId="S::smtjos022@myuct.ac.za::7b4bcd02-2728-4ee0-a878-d248c2958e7b" providerId="AD" clId="Web-{7E72B338-6971-9085-8EE8-6A1EA928FC6E}" dt="2026-03-13T13:24:46.165" v="516" actId="1076"/>
          <ac:cxnSpMkLst>
            <pc:docMk/>
            <pc:sldMk cId="1171272873" sldId="261"/>
            <ac:cxnSpMk id="14" creationId="{7EEDE634-E7B9-B0C8-036F-0DEF5EE9F877}"/>
          </ac:cxnSpMkLst>
        </pc:cxnChg>
      </pc:sldChg>
      <pc:sldChg chg="addSp delSp modSp add replId">
        <pc:chgData name="Josh Smith" userId="S::smtjos022@myuct.ac.za::7b4bcd02-2728-4ee0-a878-d248c2958e7b" providerId="AD" clId="Web-{7E72B338-6971-9085-8EE8-6A1EA928FC6E}" dt="2026-03-13T13:28:49.213" v="564" actId="1076"/>
        <pc:sldMkLst>
          <pc:docMk/>
          <pc:sldMk cId="3874180220" sldId="262"/>
        </pc:sldMkLst>
        <pc:spChg chg="del mod">
          <ac:chgData name="Josh Smith" userId="S::smtjos022@myuct.ac.za::7b4bcd02-2728-4ee0-a878-d248c2958e7b" providerId="AD" clId="Web-{7E72B338-6971-9085-8EE8-6A1EA928FC6E}" dt="2026-03-13T13:27:30.291" v="543"/>
          <ac:spMkLst>
            <pc:docMk/>
            <pc:sldMk cId="3874180220" sldId="262"/>
            <ac:spMk id="8" creationId="{FE2497FD-F097-97DE-EAB8-59C5CA84C914}"/>
          </ac:spMkLst>
        </pc:spChg>
        <pc:spChg chg="mod">
          <ac:chgData name="Josh Smith" userId="S::smtjos022@myuct.ac.za::7b4bcd02-2728-4ee0-a878-d248c2958e7b" providerId="AD" clId="Web-{7E72B338-6971-9085-8EE8-6A1EA928FC6E}" dt="2026-03-13T13:26:39.681" v="540" actId="20577"/>
          <ac:spMkLst>
            <pc:docMk/>
            <pc:sldMk cId="3874180220" sldId="262"/>
            <ac:spMk id="9" creationId="{5E943994-1863-5189-0E24-547CBFA6B01E}"/>
          </ac:spMkLst>
        </pc:spChg>
        <pc:spChg chg="add mod">
          <ac:chgData name="Josh Smith" userId="S::smtjos022@myuct.ac.za::7b4bcd02-2728-4ee0-a878-d248c2958e7b" providerId="AD" clId="Web-{7E72B338-6971-9085-8EE8-6A1EA928FC6E}" dt="2026-03-13T13:28:49.213" v="564" actId="1076"/>
          <ac:spMkLst>
            <pc:docMk/>
            <pc:sldMk cId="3874180220" sldId="262"/>
            <ac:spMk id="22" creationId="{42F95887-6D33-7AD2-863F-C1253971CB84}"/>
          </ac:spMkLst>
        </pc:spChg>
        <pc:cxnChg chg="mod">
          <ac:chgData name="Josh Smith" userId="S::smtjos022@myuct.ac.za::7b4bcd02-2728-4ee0-a878-d248c2958e7b" providerId="AD" clId="Web-{7E72B338-6971-9085-8EE8-6A1EA928FC6E}" dt="2026-03-13T13:27:53.228" v="547" actId="14100"/>
          <ac:cxnSpMkLst>
            <pc:docMk/>
            <pc:sldMk cId="3874180220" sldId="262"/>
            <ac:cxnSpMk id="14" creationId="{AB831587-05E4-BE3C-12F1-E31D3B2FEEE1}"/>
          </ac:cxnSpMkLst>
        </pc:cxnChg>
        <pc:cxnChg chg="add mod">
          <ac:chgData name="Josh Smith" userId="S::smtjos022@myuct.ac.za::7b4bcd02-2728-4ee0-a878-d248c2958e7b" providerId="AD" clId="Web-{7E72B338-6971-9085-8EE8-6A1EA928FC6E}" dt="2026-03-13T13:27:40.853" v="545" actId="1076"/>
          <ac:cxnSpMkLst>
            <pc:docMk/>
            <pc:sldMk cId="3874180220" sldId="262"/>
            <ac:cxnSpMk id="17" creationId="{FEF2A59A-61C6-4DD7-A861-49C5D0296323}"/>
          </ac:cxnSpMkLst>
        </pc:cxnChg>
        <pc:cxnChg chg="add mod">
          <ac:chgData name="Josh Smith" userId="S::smtjos022@myuct.ac.za::7b4bcd02-2728-4ee0-a878-d248c2958e7b" providerId="AD" clId="Web-{7E72B338-6971-9085-8EE8-6A1EA928FC6E}" dt="2026-03-13T13:27:47.088" v="546" actId="14100"/>
          <ac:cxnSpMkLst>
            <pc:docMk/>
            <pc:sldMk cId="3874180220" sldId="262"/>
            <ac:cxnSpMk id="18" creationId="{8BCEB281-F231-4AFA-348E-4C79AC03E74D}"/>
          </ac:cxnSpMkLst>
        </pc:cxnChg>
        <pc:cxnChg chg="add del">
          <ac:chgData name="Josh Smith" userId="S::smtjos022@myuct.ac.za::7b4bcd02-2728-4ee0-a878-d248c2958e7b" providerId="AD" clId="Web-{7E72B338-6971-9085-8EE8-6A1EA928FC6E}" dt="2026-03-13T13:26:05.697" v="532"/>
          <ac:cxnSpMkLst>
            <pc:docMk/>
            <pc:sldMk cId="3874180220" sldId="262"/>
            <ac:cxnSpMk id="19" creationId="{B2322526-9BBA-C727-24DF-771E3917B6B4}"/>
          </ac:cxnSpMkLst>
        </pc:cxnChg>
        <pc:cxnChg chg="add del">
          <ac:chgData name="Josh Smith" userId="S::smtjos022@myuct.ac.za::7b4bcd02-2728-4ee0-a878-d248c2958e7b" providerId="AD" clId="Web-{7E72B338-6971-9085-8EE8-6A1EA928FC6E}" dt="2026-03-13T13:27:33.244" v="544"/>
          <ac:cxnSpMkLst>
            <pc:docMk/>
            <pc:sldMk cId="3874180220" sldId="262"/>
            <ac:cxnSpMk id="20" creationId="{9FE011EC-AA74-3706-4D3B-5675C0BF2097}"/>
          </ac:cxnSpMkLst>
        </pc:cxnChg>
        <pc:cxnChg chg="add">
          <ac:chgData name="Josh Smith" userId="S::smtjos022@myuct.ac.za::7b4bcd02-2728-4ee0-a878-d248c2958e7b" providerId="AD" clId="Web-{7E72B338-6971-9085-8EE8-6A1EA928FC6E}" dt="2026-03-13T13:26:28.556" v="534"/>
          <ac:cxnSpMkLst>
            <pc:docMk/>
            <pc:sldMk cId="3874180220" sldId="262"/>
            <ac:cxnSpMk id="21" creationId="{09546EB8-B3D0-BCDA-AB83-8EA2971C40FB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E02F042-5308-4041-88A7-F9B15517F456}" type="datetimeFigureOut">
              <a:rPr lang="en-ZA" smtClean="0"/>
              <a:t>2026/03/13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C193B035-520E-4831-8C1D-95C39F63DDC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41234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2F042-5308-4041-88A7-F9B15517F456}" type="datetimeFigureOut">
              <a:rPr lang="en-ZA" smtClean="0"/>
              <a:t>2026/03/13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3B035-520E-4831-8C1D-95C39F63DDC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17873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2F042-5308-4041-88A7-F9B15517F456}" type="datetimeFigureOut">
              <a:rPr lang="en-ZA" smtClean="0"/>
              <a:t>2026/03/13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3B035-520E-4831-8C1D-95C39F63DDC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088262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2F042-5308-4041-88A7-F9B15517F456}" type="datetimeFigureOut">
              <a:rPr lang="en-ZA" smtClean="0"/>
              <a:t>2026/03/13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3B035-520E-4831-8C1D-95C39F63DDC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241489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2F042-5308-4041-88A7-F9B15517F456}" type="datetimeFigureOut">
              <a:rPr lang="en-ZA" smtClean="0"/>
              <a:t>2026/03/13</a:t>
            </a:fld>
            <a:endParaRPr lang="en-Z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3B035-520E-4831-8C1D-95C39F63DDC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372938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2F042-5308-4041-88A7-F9B15517F456}" type="datetimeFigureOut">
              <a:rPr lang="en-ZA" smtClean="0"/>
              <a:t>2026/03/13</a:t>
            </a:fld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3B035-520E-4831-8C1D-95C39F63DDC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869851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2F042-5308-4041-88A7-F9B15517F456}" type="datetimeFigureOut">
              <a:rPr lang="en-ZA" smtClean="0"/>
              <a:t>2026/03/13</a:t>
            </a:fld>
            <a:endParaRPr lang="en-Z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3B035-520E-4831-8C1D-95C39F63DDC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986080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2F042-5308-4041-88A7-F9B15517F456}" type="datetimeFigureOut">
              <a:rPr lang="en-ZA" smtClean="0"/>
              <a:t>2026/03/13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3B035-520E-4831-8C1D-95C39F63DDC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14236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2F042-5308-4041-88A7-F9B15517F456}" type="datetimeFigureOut">
              <a:rPr lang="en-ZA" smtClean="0"/>
              <a:t>2026/03/13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3B035-520E-4831-8C1D-95C39F63DDC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46567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2F042-5308-4041-88A7-F9B15517F456}" type="datetimeFigureOut">
              <a:rPr lang="en-ZA" smtClean="0"/>
              <a:t>2026/03/13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3B035-520E-4831-8C1D-95C39F63DDC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92413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2F042-5308-4041-88A7-F9B15517F456}" type="datetimeFigureOut">
              <a:rPr lang="en-ZA" smtClean="0"/>
              <a:t>2026/03/13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3B035-520E-4831-8C1D-95C39F63DDC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025963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2F042-5308-4041-88A7-F9B15517F456}" type="datetimeFigureOut">
              <a:rPr lang="en-ZA" smtClean="0"/>
              <a:t>2026/03/13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3B035-520E-4831-8C1D-95C39F63DDC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935488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2F042-5308-4041-88A7-F9B15517F456}" type="datetimeFigureOut">
              <a:rPr lang="en-ZA" smtClean="0"/>
              <a:t>2026/03/13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3B035-520E-4831-8C1D-95C39F63DDC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319732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2F042-5308-4041-88A7-F9B15517F456}" type="datetimeFigureOut">
              <a:rPr lang="en-ZA" smtClean="0"/>
              <a:t>2026/03/13</a:t>
            </a:fld>
            <a:endParaRPr lang="en-Z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3B035-520E-4831-8C1D-95C39F63DDC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462708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2F042-5308-4041-88A7-F9B15517F456}" type="datetimeFigureOut">
              <a:rPr lang="en-ZA" smtClean="0"/>
              <a:t>2026/03/13</a:t>
            </a:fld>
            <a:endParaRPr lang="en-Z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Z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3B035-520E-4831-8C1D-95C39F63DDC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909870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E02F042-5308-4041-88A7-F9B15517F456}" type="datetimeFigureOut">
              <a:rPr lang="en-ZA" smtClean="0"/>
              <a:t>2026/03/13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3B035-520E-4831-8C1D-95C39F63DDC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366728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5E02F042-5308-4041-88A7-F9B15517F456}" type="datetimeFigureOut">
              <a:rPr lang="en-ZA" smtClean="0"/>
              <a:t>2026/03/13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3B035-520E-4831-8C1D-95C39F63DDC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193597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5E02F042-5308-4041-88A7-F9B15517F456}" type="datetimeFigureOut">
              <a:rPr lang="en-ZA" smtClean="0"/>
              <a:t>2026/03/13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ZA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C193B035-520E-4831-8C1D-95C39F63DDC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98266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0EDB9-8E95-8C59-007E-1D0CFE4C2CC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ZA"/>
              <a:t>Group 9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59AC4A-D655-5A1E-4F36-63607D375B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ZA"/>
              <a:t>Continuous data measurement system</a:t>
            </a:r>
          </a:p>
          <a:p>
            <a:r>
              <a:rPr lang="en-ZA"/>
              <a:t>Almmoh017, bhyebr002, snmboi001, smtjos022</a:t>
            </a:r>
          </a:p>
        </p:txBody>
      </p:sp>
    </p:spTree>
    <p:extLst>
      <p:ext uri="{BB962C8B-B14F-4D97-AF65-F5344CB8AC3E}">
        <p14:creationId xmlns:p14="http://schemas.microsoft.com/office/powerpoint/2010/main" val="10746497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FCBE7-8FC4-6000-C99D-E9EF7662A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2B3A72-864F-D778-28D1-851FB3CABA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ZA"/>
              <a:t>Robyn has issues with getting continuous ice floe dynamics data in Antarctica</a:t>
            </a:r>
            <a:endParaRPr lang="en-US"/>
          </a:p>
          <a:p>
            <a:pPr marL="0" indent="0">
              <a:buNone/>
            </a:pPr>
            <a:r>
              <a:rPr lang="en-ZA"/>
              <a:t>Factors that affect data collection:</a:t>
            </a:r>
          </a:p>
          <a:p>
            <a:r>
              <a:rPr lang="en-ZA"/>
              <a:t>Infrequency of expeditions</a:t>
            </a:r>
          </a:p>
          <a:p>
            <a:r>
              <a:rPr lang="en-ZA"/>
              <a:t>High-cost of expeditions</a:t>
            </a:r>
          </a:p>
          <a:p>
            <a:r>
              <a:rPr lang="en-ZA"/>
              <a:t>Harsh, often dangerous environment</a:t>
            </a:r>
          </a:p>
          <a:p>
            <a:r>
              <a:rPr lang="en-ZA"/>
              <a:t>Low bandwidth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505CF3-16BB-3ADB-D3E6-5A9A44C075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082617"/>
            <a:ext cx="5473700" cy="307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7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D1486-E60E-42F7-8924-93A403709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/>
              <a:t>Literature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024C89-B54E-E72F-DB68-1C6BAF7514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310582"/>
            <a:ext cx="10063652" cy="418938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ZA" b="1"/>
              <a:t> L</a:t>
            </a:r>
            <a:r>
              <a:rPr lang="en-ZA" b="1">
                <a:ea typeface="+mn-lt"/>
                <a:cs typeface="+mn-lt"/>
              </a:rPr>
              <a:t>ow-Power Wide-Area Networks: Comparison of </a:t>
            </a:r>
            <a:r>
              <a:rPr lang="en-ZA" b="1" err="1">
                <a:ea typeface="+mn-lt"/>
                <a:cs typeface="+mn-lt"/>
              </a:rPr>
              <a:t>LoRaWAN</a:t>
            </a:r>
            <a:r>
              <a:rPr lang="en-ZA" b="1">
                <a:ea typeface="+mn-lt"/>
                <a:cs typeface="+mn-lt"/>
              </a:rPr>
              <a:t> and NB-IoT Performance – IEEE Internet of Things Journal</a:t>
            </a:r>
            <a:endParaRPr lang="en-US"/>
          </a:p>
          <a:p>
            <a:pPr lvl="1">
              <a:buFont typeface="Courier New" charset="2"/>
              <a:buChar char="o"/>
            </a:pPr>
            <a:r>
              <a:rPr lang="en-ZA" b="1"/>
              <a:t>Engages in discussion about possible network types available to use</a:t>
            </a:r>
          </a:p>
          <a:p>
            <a:r>
              <a:rPr lang="en-ZA" b="1"/>
              <a:t>Internet of Extreme Things Platform for Remote Antarctic Climate Monitoring – ICMIC</a:t>
            </a:r>
            <a:endParaRPr lang="en-ZA" b="1">
              <a:ea typeface="+mn-lt"/>
              <a:cs typeface="+mn-lt"/>
            </a:endParaRPr>
          </a:p>
          <a:p>
            <a:pPr lvl="1">
              <a:buFont typeface="Courier New" charset="2"/>
              <a:buChar char="o"/>
            </a:pPr>
            <a:r>
              <a:rPr lang="en-ZA" b="1"/>
              <a:t>Features power management strategies regarding continual autonomous operation (duty cycle)</a:t>
            </a:r>
          </a:p>
          <a:p>
            <a:pPr marL="285750" indent="-285750"/>
            <a:r>
              <a:rPr lang="en-ZA" b="1"/>
              <a:t>Ice Flow of the Antarctic Ice sheet </a:t>
            </a:r>
          </a:p>
          <a:p>
            <a:pPr marL="685800" lvl="1">
              <a:buFont typeface="Courier New" charset="2"/>
              <a:buChar char="o"/>
            </a:pPr>
            <a:r>
              <a:rPr lang="en-ZA" b="1"/>
              <a:t>Discusses the characteristics attributed to the area has well as the evolution of research in the region.</a:t>
            </a:r>
          </a:p>
          <a:p>
            <a:pPr marL="285750" indent="-285750"/>
            <a:r>
              <a:rPr lang="en-ZA" b="1"/>
              <a:t>Physics of the Seasonal Ice Zone – Roach, et al</a:t>
            </a:r>
          </a:p>
          <a:p>
            <a:pPr marL="685800" lvl="1">
              <a:buFont typeface="Courier New" charset="2"/>
              <a:buChar char="o"/>
            </a:pP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</a:rPr>
              <a:t>Sea ice floe dynamics in the Antarctic MIZ are governed by wave-induced motion, temperature, and wind forcing — giving us exactly the physical parameters our buoy must measure.</a:t>
            </a:r>
            <a:endParaRPr lang="en-US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/>
            <a:endParaRPr lang="en-ZA" b="1"/>
          </a:p>
          <a:p>
            <a:pPr marL="685800" lvl="1">
              <a:buFont typeface="Courier New" charset="2"/>
              <a:buChar char="o"/>
            </a:pPr>
            <a:endParaRPr lang="en-ZA" b="1"/>
          </a:p>
          <a:p>
            <a:pPr marL="685800" lvl="1">
              <a:buFont typeface="Courier New" charset="2"/>
              <a:buChar char="o"/>
            </a:pPr>
            <a:endParaRPr lang="en-ZA" b="1"/>
          </a:p>
          <a:p>
            <a:pPr marL="0" indent="0">
              <a:buNone/>
            </a:pPr>
            <a:endParaRPr lang="en-ZA" b="1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8B33095C-2ADB-8474-EF2B-8389A0FAE1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E64C29C4-E9B3-2663-AE91-9D61CDD904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17560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2586B-9B4B-2E5A-89AA-60927B231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658761"/>
            <a:ext cx="8761413" cy="1061200"/>
          </a:xfrm>
        </p:spPr>
        <p:txBody>
          <a:bodyPr/>
          <a:lstStyle/>
          <a:p>
            <a:r>
              <a:rPr lang="en-US"/>
              <a:t>Possible Solution: Measurement Buoy</a:t>
            </a:r>
            <a:br>
              <a:rPr lang="en-US"/>
            </a:b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2E0117-D8AB-6DD2-1067-04C88DD33C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9198414" cy="3866126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r>
              <a:rPr lang="en-US"/>
              <a:t>Measures ice position and movement &amp; what the environment around the ice is doing</a:t>
            </a:r>
          </a:p>
          <a:p>
            <a:pPr lvl="1"/>
            <a:r>
              <a:rPr lang="en-US"/>
              <a:t>Acceleration, tilt, gyro</a:t>
            </a:r>
          </a:p>
          <a:p>
            <a:pPr lvl="1"/>
            <a:r>
              <a:rPr lang="en-US"/>
              <a:t>GPS positioning</a:t>
            </a:r>
          </a:p>
          <a:p>
            <a:pPr lvl="1"/>
            <a:r>
              <a:rPr lang="en-US"/>
              <a:t>Air, water, humidity sensors</a:t>
            </a:r>
          </a:p>
          <a:p>
            <a:r>
              <a:rPr lang="en-US"/>
              <a:t>Low-power </a:t>
            </a:r>
          </a:p>
          <a:p>
            <a:pPr lvl="1"/>
            <a:r>
              <a:rPr lang="en-US"/>
              <a:t>Power subsystem to manage battery draw over long term deployment</a:t>
            </a:r>
          </a:p>
          <a:p>
            <a:r>
              <a:rPr lang="en-US"/>
              <a:t>Deployable</a:t>
            </a:r>
          </a:p>
          <a:p>
            <a:pPr lvl="1"/>
            <a:r>
              <a:rPr lang="en-US"/>
              <a:t>Enclosure to house all the components and protect them from external env.</a:t>
            </a:r>
          </a:p>
          <a:p>
            <a:r>
              <a:rPr lang="en-US"/>
              <a:t>Must be able to autonomously transmit data: low-bandwidth</a:t>
            </a:r>
          </a:p>
          <a:p>
            <a:pPr lvl="1"/>
            <a:r>
              <a:rPr lang="en-US"/>
              <a:t>Network and Comms Subsystem (LoRa) to operate in low-bandwidth env.</a:t>
            </a:r>
          </a:p>
          <a:p>
            <a:r>
              <a:rPr lang="en-US"/>
              <a:t>Researchers must be able to access the data from the comfort of the base</a:t>
            </a:r>
          </a:p>
          <a:p>
            <a:pPr lvl="1"/>
            <a:r>
              <a:rPr lang="en-US"/>
              <a:t>Data is presented in GUI</a:t>
            </a:r>
          </a:p>
          <a:p>
            <a:pPr lvl="1"/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87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41EC3-C6FB-EC5F-8DD3-045D41577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7076458-89D8-53D1-02E0-4AC8AA322EEA}"/>
              </a:ext>
            </a:extLst>
          </p:cNvPr>
          <p:cNvSpPr/>
          <p:nvPr/>
        </p:nvSpPr>
        <p:spPr>
          <a:xfrm>
            <a:off x="4396723" y="351216"/>
            <a:ext cx="1956619" cy="10913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E8DED4C-EDAC-CAE9-5644-E14BE0DC991B}"/>
              </a:ext>
            </a:extLst>
          </p:cNvPr>
          <p:cNvSpPr/>
          <p:nvPr/>
        </p:nvSpPr>
        <p:spPr>
          <a:xfrm>
            <a:off x="4320792" y="2128104"/>
            <a:ext cx="1950000" cy="108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3EE3EC-9851-CCF9-9DA6-733F1816EEA4}"/>
              </a:ext>
            </a:extLst>
          </p:cNvPr>
          <p:cNvSpPr txBox="1"/>
          <p:nvPr/>
        </p:nvSpPr>
        <p:spPr>
          <a:xfrm>
            <a:off x="4581212" y="676273"/>
            <a:ext cx="18069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/>
              <a:t>Antarctic Environment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4D2E27-BDB8-9A6D-C401-532D3BA88582}"/>
              </a:ext>
            </a:extLst>
          </p:cNvPr>
          <p:cNvSpPr/>
          <p:nvPr/>
        </p:nvSpPr>
        <p:spPr>
          <a:xfrm>
            <a:off x="4317793" y="3714541"/>
            <a:ext cx="1950000" cy="108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E02E31-CBC5-4878-7613-9AE8B28D7223}"/>
              </a:ext>
            </a:extLst>
          </p:cNvPr>
          <p:cNvSpPr txBox="1"/>
          <p:nvPr/>
        </p:nvSpPr>
        <p:spPr>
          <a:xfrm>
            <a:off x="4676360" y="2416334"/>
            <a:ext cx="15914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/>
              <a:t>Sensing Subsystem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18A911-8377-2950-4F3C-70EBBC312E38}"/>
              </a:ext>
            </a:extLst>
          </p:cNvPr>
          <p:cNvSpPr/>
          <p:nvPr/>
        </p:nvSpPr>
        <p:spPr>
          <a:xfrm>
            <a:off x="1098791" y="3076104"/>
            <a:ext cx="1950000" cy="108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B68070E-642E-575C-C9FF-638072866977}"/>
              </a:ext>
            </a:extLst>
          </p:cNvPr>
          <p:cNvCxnSpPr>
            <a:cxnSpLocks/>
          </p:cNvCxnSpPr>
          <p:nvPr/>
        </p:nvCxnSpPr>
        <p:spPr>
          <a:xfrm>
            <a:off x="5292793" y="1519896"/>
            <a:ext cx="0" cy="6082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5E943994-1863-5189-0E24-547CBFA6B01E}"/>
              </a:ext>
            </a:extLst>
          </p:cNvPr>
          <p:cNvSpPr/>
          <p:nvPr/>
        </p:nvSpPr>
        <p:spPr>
          <a:xfrm>
            <a:off x="4320791" y="5488104"/>
            <a:ext cx="1950000" cy="108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Researchers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7421A7-E215-32F2-D312-AC896C46A843}"/>
              </a:ext>
            </a:extLst>
          </p:cNvPr>
          <p:cNvSpPr txBox="1"/>
          <p:nvPr/>
        </p:nvSpPr>
        <p:spPr>
          <a:xfrm>
            <a:off x="1406013" y="3429000"/>
            <a:ext cx="16427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/>
              <a:t>Power</a:t>
            </a:r>
            <a:br>
              <a:rPr lang="en-ZA"/>
            </a:br>
            <a:r>
              <a:rPr lang="en-ZA"/>
              <a:t>Subsystem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D0D5EB1-6833-2A2D-752B-82F0802F871A}"/>
              </a:ext>
            </a:extLst>
          </p:cNvPr>
          <p:cNvCxnSpPr/>
          <p:nvPr/>
        </p:nvCxnSpPr>
        <p:spPr>
          <a:xfrm>
            <a:off x="468000" y="1824000"/>
            <a:ext cx="12000" cy="3204000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ABCDDC5-42CC-7DC4-B35E-854AB7FC24E2}"/>
              </a:ext>
            </a:extLst>
          </p:cNvPr>
          <p:cNvCxnSpPr>
            <a:stCxn id="3" idx="2"/>
            <a:endCxn id="5" idx="0"/>
          </p:cNvCxnSpPr>
          <p:nvPr/>
        </p:nvCxnSpPr>
        <p:spPr>
          <a:xfrm flipH="1">
            <a:off x="5292793" y="3214104"/>
            <a:ext cx="2999" cy="5004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76402F7-26DE-7C20-23DB-681598A07654}"/>
              </a:ext>
            </a:extLst>
          </p:cNvPr>
          <p:cNvSpPr txBox="1"/>
          <p:nvPr/>
        </p:nvSpPr>
        <p:spPr>
          <a:xfrm>
            <a:off x="4444180" y="4011561"/>
            <a:ext cx="1943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/>
              <a:t>Comms + GUI subsystem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B831587-05E4-BE3C-12F1-E31D3B2FEEE1}"/>
              </a:ext>
            </a:extLst>
          </p:cNvPr>
          <p:cNvCxnSpPr>
            <a:cxnSpLocks/>
          </p:cNvCxnSpPr>
          <p:nvPr/>
        </p:nvCxnSpPr>
        <p:spPr>
          <a:xfrm flipV="1">
            <a:off x="515999" y="1800000"/>
            <a:ext cx="7572000" cy="48000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EF2A59A-61C6-4DD7-A861-49C5D0296323}"/>
              </a:ext>
            </a:extLst>
          </p:cNvPr>
          <p:cNvCxnSpPr>
            <a:cxnSpLocks/>
          </p:cNvCxnSpPr>
          <p:nvPr/>
        </p:nvCxnSpPr>
        <p:spPr>
          <a:xfrm>
            <a:off x="8069999" y="1788000"/>
            <a:ext cx="12000" cy="3204000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BCEB281-F231-4AFA-348E-4C79AC03E74D}"/>
              </a:ext>
            </a:extLst>
          </p:cNvPr>
          <p:cNvCxnSpPr>
            <a:cxnSpLocks/>
          </p:cNvCxnSpPr>
          <p:nvPr/>
        </p:nvCxnSpPr>
        <p:spPr>
          <a:xfrm flipV="1">
            <a:off x="479998" y="5040000"/>
            <a:ext cx="7590000" cy="24000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9546EB8-B3D0-BCDA-AB83-8EA2971C40FB}"/>
              </a:ext>
            </a:extLst>
          </p:cNvPr>
          <p:cNvCxnSpPr/>
          <p:nvPr/>
        </p:nvCxnSpPr>
        <p:spPr>
          <a:xfrm>
            <a:off x="5304000" y="4788000"/>
            <a:ext cx="12000" cy="684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703E18FC-3545-4EF6-EB28-3CC6A9508CB9}"/>
              </a:ext>
            </a:extLst>
          </p:cNvPr>
          <p:cNvSpPr txBox="1"/>
          <p:nvPr/>
        </p:nvSpPr>
        <p:spPr>
          <a:xfrm>
            <a:off x="5335703" y="5110720"/>
            <a:ext cx="32249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/>
              <a:t>Clean, readable data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2F95887-6D33-7AD2-863F-C1253971CB84}"/>
              </a:ext>
            </a:extLst>
          </p:cNvPr>
          <p:cNvSpPr txBox="1"/>
          <p:nvPr/>
        </p:nvSpPr>
        <p:spPr>
          <a:xfrm>
            <a:off x="588000" y="1944000"/>
            <a:ext cx="1488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Enclosure subsystem</a:t>
            </a:r>
          </a:p>
        </p:txBody>
      </p: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2438BA81-0A88-8793-5E4D-4C32D581834B}"/>
              </a:ext>
            </a:extLst>
          </p:cNvPr>
          <p:cNvCxnSpPr>
            <a:endCxn id="3" idx="1"/>
          </p:cNvCxnSpPr>
          <p:nvPr/>
        </p:nvCxnSpPr>
        <p:spPr>
          <a:xfrm flipV="1">
            <a:off x="2310581" y="2671104"/>
            <a:ext cx="2010211" cy="405000"/>
          </a:xfrm>
          <a:prstGeom prst="bentConnector3">
            <a:avLst>
              <a:gd name="adj1" fmla="val -527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418022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Application>Microsoft Office PowerPoint</Application>
  <PresentationFormat>Widescreen</PresentationFormat>
  <Slides>5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Ion Boardroom</vt:lpstr>
      <vt:lpstr>Group 9</vt:lpstr>
      <vt:lpstr>Problem Statement</vt:lpstr>
      <vt:lpstr>Literature</vt:lpstr>
      <vt:lpstr>Possible Solution: Measurement Buoy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Maarij Alam</dc:creator>
  <cp:revision>1</cp:revision>
  <dcterms:created xsi:type="dcterms:W3CDTF">2026-03-13T12:16:33Z</dcterms:created>
  <dcterms:modified xsi:type="dcterms:W3CDTF">2026-03-13T14:40:00Z</dcterms:modified>
</cp:coreProperties>
</file>